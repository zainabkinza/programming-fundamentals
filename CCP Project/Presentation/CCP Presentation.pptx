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93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31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78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1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7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19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88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26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03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FE56A-308D-471C-B40D-C4DF76859BC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04239-80B2-4EA0-94C3-52E67967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4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4" t="15910" r="10909" b="5668"/>
          <a:stretch/>
        </p:blipFill>
        <p:spPr>
          <a:xfrm>
            <a:off x="-13856" y="0"/>
            <a:ext cx="9234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24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1" t="16448" r="11364" b="6208"/>
          <a:stretch/>
        </p:blipFill>
        <p:spPr>
          <a:xfrm>
            <a:off x="0" y="-1"/>
            <a:ext cx="914399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472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1" t="16179" r="11061" b="5938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981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5" t="16179" r="10909" b="5669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46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1" t="16448" r="11061" b="5938"/>
          <a:stretch/>
        </p:blipFill>
        <p:spPr>
          <a:xfrm>
            <a:off x="0" y="-27710"/>
            <a:ext cx="9144000" cy="688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223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2" t="16718" r="11212" b="5938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14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1" t="16718" r="11061" b="6208"/>
          <a:stretch/>
        </p:blipFill>
        <p:spPr>
          <a:xfrm>
            <a:off x="-1" y="-6927"/>
            <a:ext cx="9187886" cy="686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171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1" t="16448" r="11061" b="5938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32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" t="1225" r="782" b="1431"/>
          <a:stretch/>
        </p:blipFill>
        <p:spPr>
          <a:xfrm>
            <a:off x="-1" y="0"/>
            <a:ext cx="9144001" cy="6858000"/>
          </a:xfrm>
        </p:spPr>
      </p:pic>
    </p:spTree>
    <p:extLst>
      <p:ext uri="{BB962C8B-B14F-4D97-AF65-F5344CB8AC3E}">
        <p14:creationId xmlns:p14="http://schemas.microsoft.com/office/powerpoint/2010/main" val="41901676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1" t="16448" r="11364" b="6208"/>
          <a:stretch/>
        </p:blipFill>
        <p:spPr>
          <a:xfrm>
            <a:off x="0" y="-6928"/>
            <a:ext cx="9144000" cy="686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311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1" t="16179" r="11061" b="6207"/>
          <a:stretch/>
        </p:blipFill>
        <p:spPr>
          <a:xfrm>
            <a:off x="0" y="-13855"/>
            <a:ext cx="9144000" cy="687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323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2" t="16179" r="11061" b="5938"/>
          <a:stretch/>
        </p:blipFill>
        <p:spPr>
          <a:xfrm>
            <a:off x="-13856" y="-1"/>
            <a:ext cx="915785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764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5" t="16376" r="11105" b="6177"/>
          <a:stretch/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33270128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5" t="16376" r="11105" b="6177"/>
          <a:stretch/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27538968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5" t="16376" r="11277" b="6177"/>
          <a:stretch/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1203302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5" t="16377" r="11277" b="6483"/>
          <a:stretch/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3003434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5" t="16071" r="11105" b="6483"/>
          <a:stretch/>
        </p:blipFill>
        <p:spPr>
          <a:xfrm>
            <a:off x="0" y="-1"/>
            <a:ext cx="9144000" cy="6858001"/>
          </a:xfrm>
        </p:spPr>
      </p:pic>
    </p:spTree>
    <p:extLst>
      <p:ext uri="{BB962C8B-B14F-4D97-AF65-F5344CB8AC3E}">
        <p14:creationId xmlns:p14="http://schemas.microsoft.com/office/powerpoint/2010/main" val="8579557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2" t="16071" r="11104" b="6176"/>
          <a:stretch/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21684023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On-screen Show (4:3)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4</cp:revision>
  <dcterms:created xsi:type="dcterms:W3CDTF">2025-11-13T09:10:49Z</dcterms:created>
  <dcterms:modified xsi:type="dcterms:W3CDTF">2025-11-13T09:42:24Z</dcterms:modified>
</cp:coreProperties>
</file>